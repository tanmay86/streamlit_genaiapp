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 UI  ·  INFORMATION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pages &amp; navigation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9875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0058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health, pending approvals, recent classification runs, quick actions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841248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361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51790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153619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built-in classification, view results, filter by catalog/schema/table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975104"/>
            <a:ext cx="841248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06654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0482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&amp; Approve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206654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AI-suggested tags with confidence scores; accept / edit / reject per column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505456"/>
            <a:ext cx="841248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59689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5786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259689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policy helper + generated UC grants / masks / row filters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035808"/>
            <a:ext cx="841248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1272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1089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0" y="31272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manage grants, column masks, row filters; apply least-privilege recommendations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566160"/>
            <a:ext cx="841248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6576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36393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Explorer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0400" y="36576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system tables for access events, privilege changes, classification history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841248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41879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97280" y="41696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200400" y="418795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scopes, storage credentials, service principal bindings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" y="1645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" y="868680"/>
            <a:ext cx="1783080" cy="365760"/>
          </a:xfrm>
          <a:prstGeom prst="roundRect">
            <a:avLst>
              <a:gd name="adj" fmla="val 15000"/>
            </a:avLst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9235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" y="13624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" y="18013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&amp; Approve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" y="22402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" y="26791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" y="3118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Explorer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" y="35570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" y="4800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workspace-01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65960" y="0"/>
            <a:ext cx="717804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1097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137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workspace  ·  UC enabled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48840" y="68580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2148840" y="777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148840" y="11887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 governed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0" y="68580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777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840480" y="11887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classified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32120" y="68580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/>
        </p:spPr>
      </p:sp>
      <p:sp>
        <p:nvSpPr>
          <p:cNvPr id="23" name="Text 21"/>
          <p:cNvSpPr/>
          <p:nvPr/>
        </p:nvSpPr>
        <p:spPr>
          <a:xfrm>
            <a:off x="5532120" y="777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32120" y="11887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AI tags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23760" y="68580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7223760" y="777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23760" y="11887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policies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4884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148840" y="205740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4472C4"/>
          </a:solidFill>
          <a:ln/>
        </p:spPr>
      </p:sp>
      <p:sp>
        <p:nvSpPr>
          <p:cNvPr id="30" name="Text 28"/>
          <p:cNvSpPr/>
          <p:nvPr/>
        </p:nvSpPr>
        <p:spPr>
          <a:xfrm>
            <a:off x="2148840" y="21214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classification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840480" y="205740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3840480" y="21214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AI tags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32120" y="205740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5532120" y="21214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NL policy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223760" y="205740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7223760" y="21214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audit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148840" y="2651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148840" y="2971800"/>
            <a:ext cx="6675120" cy="329184"/>
          </a:xfrm>
          <a:prstGeom prst="rect">
            <a:avLst/>
          </a:prstGeom>
          <a:solidFill>
            <a:srgbClr val="D6E3F8"/>
          </a:solidFill>
          <a:ln/>
        </p:spPr>
      </p:sp>
      <p:sp>
        <p:nvSpPr>
          <p:cNvPr id="39" name="Text 37"/>
          <p:cNvSpPr/>
          <p:nvPr/>
        </p:nvSpPr>
        <p:spPr>
          <a:xfrm>
            <a:off x="2194560" y="30175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108960" y="30175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63440" y="30175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0" y="30175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72400" y="30175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148840" y="3337560"/>
            <a:ext cx="66751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Text 43"/>
          <p:cNvSpPr/>
          <p:nvPr/>
        </p:nvSpPr>
        <p:spPr>
          <a:xfrm>
            <a:off x="2194560" y="3383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108960" y="3383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run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663440" y="3383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main.sales.*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00800" y="3383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772400" y="3383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148840" y="3685032"/>
            <a:ext cx="66751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2194560" y="3730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10:15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108960" y="3730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approved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663440" y="3730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customers.email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00800" y="3730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772400" y="3730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148840" y="4032504"/>
            <a:ext cx="66751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7" name="Text 55"/>
          <p:cNvSpPr/>
          <p:nvPr/>
        </p:nvSpPr>
        <p:spPr>
          <a:xfrm>
            <a:off x="2194560" y="40782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09:50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108960" y="40782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policy applied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663440" y="40782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finance.claims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400800" y="40782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772400" y="40782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148840" y="4379976"/>
            <a:ext cx="66751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2194560" y="44256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09:12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108960" y="44256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created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663440" y="44256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hr.ssn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400800" y="44256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772400" y="44256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" y="1645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" y="9235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1307592"/>
            <a:ext cx="1783080" cy="365760"/>
          </a:xfrm>
          <a:prstGeom prst="roundRect">
            <a:avLst>
              <a:gd name="adj" fmla="val 15000"/>
            </a:avLst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" y="13624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" y="18013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&amp; Approve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" y="22402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" y="26791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" y="3118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Explorer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" y="35570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" y="4800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workspace-01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65960" y="0"/>
            <a:ext cx="717804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1097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 ·  Built-in Data Classification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137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workspace  ·  UC enabled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48840" y="685800"/>
            <a:ext cx="2926080" cy="416052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0" y="822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11887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0" y="1417320"/>
            <a:ext cx="26517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2377440" y="1463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 ▾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19202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0" y="2148840"/>
            <a:ext cx="26517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377440" y="2194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 ▾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86000" y="26517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(12 selected)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31720" y="29260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customers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331720" y="31821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orders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31720" y="34381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payments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331720" y="369417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shipments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31720" y="39502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returns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286000" y="434340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4472C4"/>
          </a:solidFill>
          <a:ln/>
        </p:spPr>
      </p:sp>
      <p:sp>
        <p:nvSpPr>
          <p:cNvPr id="31" name="Text 29"/>
          <p:cNvSpPr/>
          <p:nvPr/>
        </p:nvSpPr>
        <p:spPr>
          <a:xfrm>
            <a:off x="2286000" y="4407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classification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731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run results  ·  12 tables  ·  47 sensitive columns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257800" y="1097280"/>
            <a:ext cx="3566160" cy="329184"/>
          </a:xfrm>
          <a:prstGeom prst="rect">
            <a:avLst/>
          </a:prstGeom>
          <a:solidFill>
            <a:srgbClr val="D6E3F8"/>
          </a:solidFill>
          <a:ln/>
        </p:spPr>
      </p:sp>
      <p:sp>
        <p:nvSpPr>
          <p:cNvPr id="34" name="Text 32"/>
          <p:cNvSpPr/>
          <p:nvPr/>
        </p:nvSpPr>
        <p:spPr>
          <a:xfrm>
            <a:off x="5349240" y="11430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66560" y="11430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863840" y="11430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257800" y="1463040"/>
            <a:ext cx="356616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5349240" y="153619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66560" y="153619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863840" y="153619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257800" y="1847088"/>
            <a:ext cx="35661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349240" y="19202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766560" y="19202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863840" y="19202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257800" y="2231136"/>
            <a:ext cx="356616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Text 44"/>
          <p:cNvSpPr/>
          <p:nvPr/>
        </p:nvSpPr>
        <p:spPr>
          <a:xfrm>
            <a:off x="5349240" y="23042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766560" y="23042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863840" y="23042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257800" y="2615184"/>
            <a:ext cx="35661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5349240" y="26883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766560" y="26883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863840" y="26883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257800" y="2999232"/>
            <a:ext cx="356616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4" name="Text 52"/>
          <p:cNvSpPr/>
          <p:nvPr/>
        </p:nvSpPr>
        <p:spPr>
          <a:xfrm>
            <a:off x="5349240" y="30723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card_last4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766560" y="30723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863840" y="30723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257800" y="3383280"/>
            <a:ext cx="35661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5349240" y="34564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766560" y="34564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863840" y="34564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257800" y="3931920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/>
        </p:spPr>
      </p:sp>
      <p:sp>
        <p:nvSpPr>
          <p:cNvPr id="62" name="Text 60"/>
          <p:cNvSpPr/>
          <p:nvPr/>
        </p:nvSpPr>
        <p:spPr>
          <a:xfrm>
            <a:off x="5257800" y="39959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sensitive columns to Tags &amp; Approve →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" y="1645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" y="9235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" y="13624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" y="1746504"/>
            <a:ext cx="1783080" cy="365760"/>
          </a:xfrm>
          <a:prstGeom prst="roundRect">
            <a:avLst>
              <a:gd name="adj" fmla="val 15000"/>
            </a:avLst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" y="18013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&amp; Approve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" y="22402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" y="26791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" y="3118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Explorer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" y="35570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" y="4800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workspace-01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65960" y="0"/>
            <a:ext cx="717804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1097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&amp; Approve  ·  AI suggestions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137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workspace  ·  UC enabled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48840" y="64008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AI-suggested governance tags  ·  Review &amp; approve before applying to Unity Catalog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48840" y="1005840"/>
            <a:ext cx="6675120" cy="347472"/>
          </a:xfrm>
          <a:prstGeom prst="rect">
            <a:avLst/>
          </a:prstGeom>
          <a:solidFill>
            <a:srgbClr val="D6E3F8"/>
          </a:solidFill>
          <a:ln/>
        </p:spPr>
      </p:sp>
      <p:sp>
        <p:nvSpPr>
          <p:cNvPr id="18" name="Text 16"/>
          <p:cNvSpPr/>
          <p:nvPr/>
        </p:nvSpPr>
        <p:spPr>
          <a:xfrm>
            <a:off x="2240280" y="10607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Table.Column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10607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tag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10607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40880" y="10607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48840" y="1389888"/>
            <a:ext cx="667512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Text 21"/>
          <p:cNvSpPr/>
          <p:nvPr/>
        </p:nvSpPr>
        <p:spPr>
          <a:xfrm>
            <a:off x="2240280" y="14996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customers.email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06240" y="14996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CustomerContactPII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14996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03720" y="1481328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14996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89520" y="1481328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7589520" y="149961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38160" y="1481328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8138160" y="149961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48840" y="1892808"/>
            <a:ext cx="66751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2240280" y="20025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customers.phone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206240" y="2002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CustomerContactPII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17920" y="20025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03720" y="1984248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6903720" y="2002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589520" y="1984248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/>
        </p:spPr>
      </p:sp>
      <p:sp>
        <p:nvSpPr>
          <p:cNvPr id="39" name="Text 37"/>
          <p:cNvSpPr/>
          <p:nvPr/>
        </p:nvSpPr>
        <p:spPr>
          <a:xfrm>
            <a:off x="7589520" y="20025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38160" y="1984248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/>
        </p:spPr>
      </p:sp>
      <p:sp>
        <p:nvSpPr>
          <p:cNvPr id="41" name="Text 39"/>
          <p:cNvSpPr/>
          <p:nvPr/>
        </p:nvSpPr>
        <p:spPr>
          <a:xfrm>
            <a:off x="8138160" y="20025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148840" y="2395728"/>
            <a:ext cx="667512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3" name="Text 41"/>
          <p:cNvSpPr/>
          <p:nvPr/>
        </p:nvSpPr>
        <p:spPr>
          <a:xfrm>
            <a:off x="2240280" y="2505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customers.ssn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206240" y="2505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GovernmentID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17920" y="25054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03720" y="2487168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ln/>
        </p:spPr>
      </p:sp>
      <p:sp>
        <p:nvSpPr>
          <p:cNvPr id="47" name="Text 45"/>
          <p:cNvSpPr/>
          <p:nvPr/>
        </p:nvSpPr>
        <p:spPr>
          <a:xfrm>
            <a:off x="6903720" y="25054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589520" y="2487168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/>
        </p:spPr>
      </p:sp>
      <p:sp>
        <p:nvSpPr>
          <p:cNvPr id="49" name="Text 47"/>
          <p:cNvSpPr/>
          <p:nvPr/>
        </p:nvSpPr>
        <p:spPr>
          <a:xfrm>
            <a:off x="7589520" y="25054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138160" y="2487168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/>
        </p:spPr>
      </p:sp>
      <p:sp>
        <p:nvSpPr>
          <p:cNvPr id="51" name="Text 49"/>
          <p:cNvSpPr/>
          <p:nvPr/>
        </p:nvSpPr>
        <p:spPr>
          <a:xfrm>
            <a:off x="8138160" y="25054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148840" y="2898648"/>
            <a:ext cx="66751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2240280" y="30083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orders.card_last4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206240" y="3008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PaymentSensitive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217920" y="3008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903720" y="2990088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ln/>
        </p:spPr>
      </p:sp>
      <p:sp>
        <p:nvSpPr>
          <p:cNvPr id="57" name="Text 55"/>
          <p:cNvSpPr/>
          <p:nvPr/>
        </p:nvSpPr>
        <p:spPr>
          <a:xfrm>
            <a:off x="6903720" y="3008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589520" y="2990088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/>
        </p:spPr>
      </p:sp>
      <p:sp>
        <p:nvSpPr>
          <p:cNvPr id="59" name="Text 57"/>
          <p:cNvSpPr/>
          <p:nvPr/>
        </p:nvSpPr>
        <p:spPr>
          <a:xfrm>
            <a:off x="7589520" y="300837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8138160" y="2990088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/>
        </p:spPr>
      </p:sp>
      <p:sp>
        <p:nvSpPr>
          <p:cNvPr id="61" name="Text 59"/>
          <p:cNvSpPr/>
          <p:nvPr/>
        </p:nvSpPr>
        <p:spPr>
          <a:xfrm>
            <a:off x="8138160" y="300837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148840" y="3401568"/>
            <a:ext cx="667512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3" name="Text 61"/>
          <p:cNvSpPr/>
          <p:nvPr/>
        </p:nvSpPr>
        <p:spPr>
          <a:xfrm>
            <a:off x="2240280" y="35112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hr.dob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206240" y="3511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PersonalDOB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217920" y="35112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903720" y="3493008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ln/>
        </p:spPr>
      </p:sp>
      <p:sp>
        <p:nvSpPr>
          <p:cNvPr id="67" name="Text 65"/>
          <p:cNvSpPr/>
          <p:nvPr/>
        </p:nvSpPr>
        <p:spPr>
          <a:xfrm>
            <a:off x="6903720" y="35112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7589520" y="3493008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/>
        </p:spPr>
      </p:sp>
      <p:sp>
        <p:nvSpPr>
          <p:cNvPr id="69" name="Text 67"/>
          <p:cNvSpPr/>
          <p:nvPr/>
        </p:nvSpPr>
        <p:spPr>
          <a:xfrm>
            <a:off x="7589520" y="35112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8138160" y="3493008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/>
        </p:spPr>
      </p:sp>
      <p:sp>
        <p:nvSpPr>
          <p:cNvPr id="71" name="Text 69"/>
          <p:cNvSpPr/>
          <p:nvPr/>
        </p:nvSpPr>
        <p:spPr>
          <a:xfrm>
            <a:off x="8138160" y="35112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2148840" y="40233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4472C4"/>
          </a:solidFill>
          <a:ln/>
        </p:spPr>
      </p:sp>
      <p:sp>
        <p:nvSpPr>
          <p:cNvPr id="73" name="Text 71"/>
          <p:cNvSpPr/>
          <p:nvPr/>
        </p:nvSpPr>
        <p:spPr>
          <a:xfrm>
            <a:off x="2148840" y="4087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all high-conf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4297680" y="402336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/>
        </p:spPr>
      </p:sp>
      <p:sp>
        <p:nvSpPr>
          <p:cNvPr id="75" name="Text 73"/>
          <p:cNvSpPr/>
          <p:nvPr/>
        </p:nvSpPr>
        <p:spPr>
          <a:xfrm>
            <a:off x="4297680" y="4087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approved tags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" y="1645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" y="9235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" y="13624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" y="18013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&amp; Approve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" y="2185416"/>
            <a:ext cx="1783080" cy="365760"/>
          </a:xfrm>
          <a:prstGeom prst="roundRect">
            <a:avLst>
              <a:gd name="adj" fmla="val 15000"/>
            </a:avLst>
          </a:prstGeom>
          <a:solidFill>
            <a:srgbClr val="4472C4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" y="22402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" y="26791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" y="3118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Explorer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" y="35570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" y="4800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workspace-01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65960" y="0"/>
            <a:ext cx="717804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1097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 ·  Natural-Language Policy Helper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137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workspace  ·  UC enabled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48840" y="64008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policy in plain English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48840" y="960120"/>
            <a:ext cx="667512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10972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email and phone columns on main.sales.customers for the marketing group.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only rows where region = 'US'. Keep full access for data_stewards.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12280" y="205740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4472C4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21214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policy 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48840" y="260604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Unity Catalog statements (review before apply)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148840" y="2926080"/>
            <a:ext cx="667512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0" y="3017520"/>
            <a:ext cx="6400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MASKING POLICY mask_email AS (val STRING)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RETURNS STRING -&gt; CASE WHEN is_account_group_member('marketing')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THEN '****@****.com' ELSE val END;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main.sales.customers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ALTER COLUMN email SET MASK mask_email;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+ similar for phone, row filter on region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48840" y="448056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2148840" y="4544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&amp; apply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0" y="448056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0" y="4544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SQL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715000" y="448056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5715000" y="4544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" y="1645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" y="9235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" y="13624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" y="18013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&amp; Approve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" y="22402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" y="2624328"/>
            <a:ext cx="1783080" cy="365760"/>
          </a:xfrm>
          <a:prstGeom prst="roundRect">
            <a:avLst>
              <a:gd name="adj" fmla="val 15000"/>
            </a:avLst>
          </a:prstGeom>
          <a:solidFill>
            <a:srgbClr val="4472C4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" y="26791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" y="3118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Explorer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" y="35570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" y="4800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workspace-01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65960" y="0"/>
            <a:ext cx="717804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1097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 ·  Grants, Masks &amp; Row Filters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137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workspace  ·  UC enabled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48840" y="6400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48840" y="868680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2240280" y="9144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main.sales.customers  ▾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868680"/>
            <a:ext cx="1325880" cy="329184"/>
          </a:xfrm>
          <a:prstGeom prst="roundRect">
            <a:avLst>
              <a:gd name="adj" fmla="val 13889"/>
            </a:avLst>
          </a:prstGeom>
          <a:solidFill>
            <a:srgbClr val="4472C4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91440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89320" y="868680"/>
            <a:ext cx="1325880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5989320" y="91440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Masks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06640" y="868680"/>
            <a:ext cx="1325880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7406640" y="91440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Filters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48840" y="1417320"/>
            <a:ext cx="6675120" cy="329184"/>
          </a:xfrm>
          <a:prstGeom prst="rect">
            <a:avLst/>
          </a:prstGeom>
          <a:solidFill>
            <a:srgbClr val="D6E3F8"/>
          </a:solidFill>
          <a:ln/>
        </p:spPr>
      </p:sp>
      <p:sp>
        <p:nvSpPr>
          <p:cNvPr id="26" name="Text 24"/>
          <p:cNvSpPr/>
          <p:nvPr/>
        </p:nvSpPr>
        <p:spPr>
          <a:xfrm>
            <a:off x="2240280" y="14630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23360" y="14630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14630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Granted 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89520" y="14630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148840" y="1783080"/>
            <a:ext cx="667512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2240280" y="18562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users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023360" y="18562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69280" y="18562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customers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589520" y="18562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148840" y="2167128"/>
            <a:ext cx="6675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2240280" y="22402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023360" y="22402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0" y="22402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customers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589520" y="22402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148840" y="2551176"/>
            <a:ext cx="667512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Text 39"/>
          <p:cNvSpPr/>
          <p:nvPr/>
        </p:nvSpPr>
        <p:spPr>
          <a:xfrm>
            <a:off x="2240280" y="26243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data_stewards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023360" y="26243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PRIVILEGES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669280" y="26243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sales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589520" y="26243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148840" y="2935224"/>
            <a:ext cx="6675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2240280" y="30083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023360" y="30083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669280" y="30083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customers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589520" y="30083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148840" y="3474720"/>
            <a:ext cx="6675120" cy="64008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/>
        </p:spPr>
      </p:sp>
      <p:sp>
        <p:nvSpPr>
          <p:cNvPr id="51" name="Text 49"/>
          <p:cNvSpPr/>
          <p:nvPr/>
        </p:nvSpPr>
        <p:spPr>
          <a:xfrm>
            <a:off x="2286000" y="356616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recommendation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2286000" y="38221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has SELECT on full table. Suggest: apply column masks on email/phone and restrict to region = US.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148840" y="4297680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4472C4"/>
          </a:solidFill>
          <a:ln/>
        </p:spPr>
      </p:sp>
      <p:sp>
        <p:nvSpPr>
          <p:cNvPr id="54" name="Text 52"/>
          <p:cNvSpPr/>
          <p:nvPr/>
        </p:nvSpPr>
        <p:spPr>
          <a:xfrm>
            <a:off x="2148840" y="43616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recommendation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" y="1645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" y="9235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" y="13624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" y="18013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&amp; Approve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" y="22402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" y="26791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" y="3063240"/>
            <a:ext cx="1783080" cy="365760"/>
          </a:xfrm>
          <a:prstGeom prst="roundRect">
            <a:avLst>
              <a:gd name="adj" fmla="val 15000"/>
            </a:avLst>
          </a:prstGeom>
          <a:solidFill>
            <a:srgbClr val="4472C4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" y="3118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Explorer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" y="35570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" y="4800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workspace-01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65960" y="0"/>
            <a:ext cx="717804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1097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Explorer  ·  System tables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137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workspace  ·  UC enabled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48840" y="6400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48840" y="868680"/>
            <a:ext cx="1600200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2240280" y="9144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 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6400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Principal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0" y="868680"/>
            <a:ext cx="1600200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0" y="9144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 ▾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32120" y="6400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type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32120" y="868680"/>
            <a:ext cx="1600200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5623560" y="9144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 ▾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23760" y="6400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223760" y="868680"/>
            <a:ext cx="1600200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9144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 ▾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148840" y="1417320"/>
            <a:ext cx="6675120" cy="329184"/>
          </a:xfrm>
          <a:prstGeom prst="rect">
            <a:avLst/>
          </a:prstGeom>
          <a:solidFill>
            <a:srgbClr val="D6E3F8"/>
          </a:solidFill>
          <a:ln/>
        </p:spPr>
      </p:sp>
      <p:sp>
        <p:nvSpPr>
          <p:cNvPr id="29" name="Text 27"/>
          <p:cNvSpPr/>
          <p:nvPr/>
        </p:nvSpPr>
        <p:spPr>
          <a:xfrm>
            <a:off x="2240280" y="14630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0" y="14630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14630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14630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0" y="14630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148840" y="1783080"/>
            <a:ext cx="667512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Text 33"/>
          <p:cNvSpPr/>
          <p:nvPr/>
        </p:nvSpPr>
        <p:spPr>
          <a:xfrm>
            <a:off x="2240280" y="18562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2026-08-04 10:42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74720" y="18562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admin@co.com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18562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17920" y="18562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main.sales.*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72400" y="18562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148840" y="2167128"/>
            <a:ext cx="6675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2240280" y="22402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2026-08-04 10:15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474720" y="22402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steward@co.com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54880" y="22402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APPLY_TAG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17920" y="22402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customers.email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72400" y="22402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148840" y="2551176"/>
            <a:ext cx="667512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7" name="Text 45"/>
          <p:cNvSpPr/>
          <p:nvPr/>
        </p:nvSpPr>
        <p:spPr>
          <a:xfrm>
            <a:off x="2240280" y="26243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2026-08-04 09:50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474720" y="26243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admin@co.com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54880" y="26243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CREATE_MASK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217920" y="26243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customers.email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772400" y="26243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148840" y="2935224"/>
            <a:ext cx="6675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2240280" y="30083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2026-08-04 09:12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474720" y="30083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admin@co.com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754880" y="30083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217920" y="30083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772400" y="30083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148840" y="3319272"/>
            <a:ext cx="667512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9" name="Text 57"/>
          <p:cNvSpPr/>
          <p:nvPr/>
        </p:nvSpPr>
        <p:spPr>
          <a:xfrm>
            <a:off x="2240280" y="33924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2026-08-03 16:40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474720" y="33924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analyst@co.com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754880" y="33924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217920" y="33924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772400" y="33924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148840" y="3703320"/>
            <a:ext cx="6675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2240280" y="3776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2026-08-03 15:22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3474720" y="3776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analyst@co.com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754880" y="3776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217920" y="3776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hr.ssn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7772400" y="3776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" y="1645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" y="9235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" y="13624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" y="18013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&amp; Approve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" y="22402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" y="26791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" y="3118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Explorer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" y="3502152"/>
            <a:ext cx="1783080" cy="365760"/>
          </a:xfrm>
          <a:prstGeom prst="roundRect">
            <a:avLst>
              <a:gd name="adj" fmla="val 15000"/>
            </a:avLst>
          </a:prstGeom>
          <a:solidFill>
            <a:srgbClr val="4472C4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" y="35570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" y="4800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workspace-01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65960" y="0"/>
            <a:ext cx="717804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1097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 ·  Secret Scopes &amp; Storage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137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workspace  ·  UC enabled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48840" y="640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scopes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148840" y="1005840"/>
            <a:ext cx="6675120" cy="329184"/>
          </a:xfrm>
          <a:prstGeom prst="rect">
            <a:avLst/>
          </a:prstGeom>
          <a:solidFill>
            <a:srgbClr val="D6E3F8"/>
          </a:solidFill>
          <a:ln/>
        </p:spPr>
      </p:sp>
      <p:sp>
        <p:nvSpPr>
          <p:cNvPr id="18" name="Text 16"/>
          <p:cNvSpPr/>
          <p:nvPr/>
        </p:nvSpPr>
        <p:spPr>
          <a:xfrm>
            <a:off x="2240280" y="10515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name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10515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0" y="10515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0" y="10515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48840" y="1371600"/>
            <a:ext cx="667512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Text 21"/>
          <p:cNvSpPr/>
          <p:nvPr/>
        </p:nvSpPr>
        <p:spPr>
          <a:xfrm>
            <a:off x="2240280" y="1444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governance-creds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0" y="1444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0" y="1444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0" y="1444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148840" y="1755648"/>
            <a:ext cx="6675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2240280" y="18288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storage-adls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0" y="18288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0" y="18288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98080" y="18288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48840" y="2139696"/>
            <a:ext cx="667512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Text 31"/>
          <p:cNvSpPr/>
          <p:nvPr/>
        </p:nvSpPr>
        <p:spPr>
          <a:xfrm>
            <a:off x="2240280" y="22128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ext-s3-prod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14800" y="22128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43600" y="22128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98080" y="22128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148840" y="2651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4472C4"/>
          </a:solidFill>
          <a:ln/>
        </p:spPr>
      </p:sp>
      <p:sp>
        <p:nvSpPr>
          <p:cNvPr id="38" name="Text 36"/>
          <p:cNvSpPr/>
          <p:nvPr/>
        </p:nvSpPr>
        <p:spPr>
          <a:xfrm>
            <a:off x="2148840" y="2715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 secret scope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148840" y="3246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credentials (Unity Catalog)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148840" y="3611880"/>
            <a:ext cx="6675120" cy="329184"/>
          </a:xfrm>
          <a:prstGeom prst="rect">
            <a:avLst/>
          </a:prstGeom>
          <a:solidFill>
            <a:srgbClr val="D6E3F8"/>
          </a:solidFill>
          <a:ln/>
        </p:spPr>
      </p:sp>
      <p:sp>
        <p:nvSpPr>
          <p:cNvPr id="41" name="Text 39"/>
          <p:cNvSpPr/>
          <p:nvPr/>
        </p:nvSpPr>
        <p:spPr>
          <a:xfrm>
            <a:off x="2240280" y="36576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840480" y="36576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20640" y="36576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/ Container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498080" y="36576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148840" y="3977640"/>
            <a:ext cx="667512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Text 44"/>
          <p:cNvSpPr/>
          <p:nvPr/>
        </p:nvSpPr>
        <p:spPr>
          <a:xfrm>
            <a:off x="2240280" y="40507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adls-prod-cred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840480" y="40507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120640" y="40507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abfss://data@prod.dfs...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498080" y="40507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Governance Accelerator — App UI Mockups</dc:title>
  <dc:subject>PptxGenJS Presentation</dc:subject>
  <dc:creator>Data Platform Architecture</dc:creator>
  <cp:lastModifiedBy>Data Platform Architecture</cp:lastModifiedBy>
  <cp:revision>1</cp:revision>
  <dcterms:created xsi:type="dcterms:W3CDTF">2026-08-04T20:55:55Z</dcterms:created>
  <dcterms:modified xsi:type="dcterms:W3CDTF">2026-08-04T20:55:55Z</dcterms:modified>
</cp:coreProperties>
</file>