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DATA PLATFORM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Accelerator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End-to-End Governance for Databricks Workspaces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2880360"/>
            <a:ext cx="2286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Unity Catalog setup, built-in PII/PHI classification, AI tag suggestions,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policies, least-privilege access and audit — with human approval.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Proposal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Governance Accelerator is a ready-to-deploy Databricks application that lets administrators set up and manage workspace-level data governance through a single interactive UI — with built-in classification, AI assistance, and human approval at every step.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Provides a central control-plane UI inside Databricks so administrators can configure catalogs, schemas, tags, permissions, masking rules, and audit visibility in a guided few-click workflow — without writing scripts or switching between multiple consoles.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Connects natively to Unity Catalog, enabling centralized management of catalogs, schemas, tables, volumes, storage credentials, and grants from one place.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9384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Uses Databricks built-in data classification to automatically detect PII and PHI columns while keeping all data inside the platform for better security and lower cost.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Leverages Model Serving (Foundation Models) to suggest richer, business-friendly governance tags based on column names and sample data, with confidence scores and mandatory admin approval.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32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Includes a natural-language policy helper that lets administrators describe access rules in plain English and receive ready-to-apply Unity Catalog grants, column masks, and row filters.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Enforces least-privilege access by recommending and applying column-level masking and row-level security filters on sensitive data, guided by both classification results and AI suggestions.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3639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Offers a searchable audit explorer that aggregates security access logs and workspace events from system tables, supporting compliance readiness (HIPAA, SOC 2, GDPR, etc.).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38144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Supports secure credential management through Databricks secret scopes for external storage and service credentials.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3989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Reduces time-to-govern from days or weeks of manual effort down to hours of guided configuration, while improving consistency of tags and policies across teams.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Lowers the skill barrier so non-expert administrators can create correct access policies using natural language, while still requiring human review of every AI recommendation.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34340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Is designed as a reusable accelerator that can be deployed across multiple workspaces with configuration rather than custom code, keeping operating costs low through on-demand AI usage only.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admins face vs how the accelerator solves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43891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ACCELERATOR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 &amp; scripts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18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jump between UC UI, notebooks, SQL and custom scripts to set tags, grants and masks.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&amp; tagging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PII/PHI discovery and tagging is slow, inconsistent and easy to miss on new tables.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policy SQL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6243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correct GRANT, column mask and row-filter statements requires deep UC expertise.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926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time-to-govern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or weeks of effort to bring a workspace under consistent governance.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access risk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630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guided least-privilege recommendations, broad grants are common.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3931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audit evidence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133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Piecing together access history and policy changes from multiple places is painful.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86868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868680"/>
            <a:ext cx="4160520" cy="43891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6636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ACCELERATOR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92040" y="1417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control-plane UI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1618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app for classification, tags, grants, masks, audit and credentials — no tool switching.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9204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 + AI tags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92040" y="2121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detection plus AI tag suggestions with confidence scores and one-click approval.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2040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policies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92040" y="26243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intent in plain English; the app generates ready-to-apply UC grants, masks and filters.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892040" y="2926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instead of days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9204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workflows and AI assistance cut time-to-govern from weeks to hours.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892040" y="3429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design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892040" y="3630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AI recommendations surface sensitive columns and suggest precise masks/filters.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92040" y="3931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audit explorer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892040" y="4133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view of access logs and workspace events from system tables for compliance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what it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Databricks application that automates data governance at workspace level. Built-in classification handles PII/PHI detection. Model Serving powers contextual tag suggestions and natural-language policy generation — always with human-in-the-loop approval.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623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56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control plane for end-to-end governance configuration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6916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562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1856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metadata, securable hierarchy &amp; unified access control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6916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56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1856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scan + automatic sensitive-data detection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78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Tag Suggestions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contextual governance tags; admin approves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278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57600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Policy Helper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33756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policy in plain English → generates grants &amp; masks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8076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2783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37960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21792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masking &amp; row filters guided by classification + 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solution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0" y="8046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859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 ·  Data Stewards  ·  Security / Compliance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170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08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·  Databricks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 ·  Governance wizards  ·  Human-in-the-loop approval  ·  Tag &amp; policy dashboard  ·  NL policy chat  ·  Audit explorer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993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57984"/>
            <a:ext cx="91440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128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 PII / PHI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platform  ·  Auto-tag rules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15798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57984"/>
            <a:ext cx="91440" cy="71323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128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Serving (on-demand)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505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tag suggestions  ·  NL → policy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Pay-per-token  ·  Human approval required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8529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D6E3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540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Governance &amp; Security Plane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 ·  Schemas  ·  Tables / Volumes  ·  Storage Credentials  ·  Grants  ·  Column Masks  ·  Row Filters  ·  Tags  ·  Lineage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6941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Workflows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Jobs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scans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governance tasks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Access 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usage · Aggregated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audit explorer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Scopes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external storage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69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Time-to-govern reduced from days to hours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classification keeps data in-platform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1579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tag suggestions improve consistency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Natural-language policies lower skill barrier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852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 approval on every AI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200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Native Unity Catalog — no metadata silos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Least-privilege guidance reduces exposure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895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Reusable accelerator across workspaces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91440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5156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1069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/ CONSIDERATIONS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92040" y="1463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Requires Premium / Unity Catalog workspace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suggestions still need human review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21579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Serving adds small variable token cost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92040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classifiers may need rule extensions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2852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Change-management for admin adoption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3200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quality affects suggestion usefulness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92040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Ongoing maintenance of policies &amp; tags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3895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coverage follows Databricks roadmap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mitigate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932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932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5953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533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are incorrect or incomplete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3533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tags or over-broad policies applied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3533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human-in-the-loop approval. No auto-apply. Confidence scores shown. Admin can edit or reject every suggestion.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0116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drifts over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tables untagged; policies become outdated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0116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review checklist in the app. Dashboard flags untagged tables and pending approvals. Ongoing maintenance is expected and planned.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70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feature dependency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67004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UC, classification, or Model Serving in region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6700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checklist: confirm Premium workspace, Unity Catalog enabled, Model Serving available. Design stays native to Databricks APIs.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284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admin adoption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32841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time savings and consistency not realized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3284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UI, short training, clear ownership of approval steps. Start with a pilot workspace and expand after demonstrated value.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913632"/>
            <a:ext cx="85953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9867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AI token cost spikes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98678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Model Serving spend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98678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only (no always-on endpoint). Usage limited to explicit admin actions. Cost monitoring via system tables / billing.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agentic approach is not the right fit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869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8778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for assistive suggestions only — not autonomous agents that plan, tool-call, and apply policies on their own.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3716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37160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61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over autonomy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19019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affect compliance (HIPAA, GDPR, SOC 2). Auto-applied grants create weak audit trails. Human approval is mandatory.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13716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37160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3619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complexity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29000" y="19019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planners, tool registries, memory and retries. Errors can cascade. Suggest → Approve → Apply is safer and simpler.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3716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137160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3619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55080" y="19019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 drive multi-turn token spend. We call Foundation Models only when the admin explicitly requests a suggestion.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1691640" y="306324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691640" y="306324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322783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4028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platform tools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920240" y="35935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APIs, built-in classification and Jobs are reliable. An agent wrapper adds little value and loses auditability.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617720" y="306324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17720" y="306324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27832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6636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adoption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846320" y="35935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adopt tools that show a clear suggestion and wait for approval. Fully autonomous behaviour reduces trust.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Development Cost (Platform)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D6E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3268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10 tables  ·  ~10,000 records each  ·  Developed in VS Code (App not hosted until ready)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2 hrs/week  ·  Serverless classification  ·  On-demand Model Serving for AI features  ·  Resource = $0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Platform  ·  4–8 weeks  ·  Est. $80 – $220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8503920" cy="32918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9202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(Jobs)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test scans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267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15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(demo only)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hrs/week after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6151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16936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62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MVP)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+ NL policy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9626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$35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264408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misc.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buffer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310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– $50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/ Engineering Cost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3657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costs use on-demand Foundation Model Serving only when testing tag suggestions or NL policy generation. Pure DBU math + ~20% conservative buffer.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Production Cost (Platform, Monthly)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D6E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Average data load (≈ 100–300 tables)  ·  App runs 4–5 hrs/month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on-demand  ·  Model Serving only when admin requests AI suggestions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60520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91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 ·  No cluster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(4–5 hrs/mo)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Jobs (classification)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– $100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suggestions)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(minimal)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$25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3794760" cy="457200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4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$83 – $210 / month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160520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691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COMPUTE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9385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Cluster-based  ·  More control, higher baseline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(4–5 hrs/mo)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Jobs / Clusters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 – $160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suggestions)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(minimal)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– $30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3794760" cy="457200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794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$118 – $275 / month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is on-demand only (Foundation Models). No always-on endpoints. No storage line items.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4632" y="1444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PHI classification + AI tag suggestions (e.g. ClinicalPII). NL policy helper generates research vs operations masks. Full audit trail for HIPAA readiness.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91440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789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9512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73752" y="1444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SSN/account fields. AI suggests richer tags. Admin types “mask PII for analysts” → NL helper creates grants and dynamic masks. Supports SOC 2 / GDPR evidence.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69748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86207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Customer 360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84632" y="32278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email/phone/address fields. AI proposes CustomerContactPII tags. Row-level filters by region via natural-language requests. Secret-scope credential management.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69748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8620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9512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IoT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73752" y="32278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sensor and production data. Classification rules + AI recommendations for proprietary parameters. Schema-level permissions and access monitoring via system tables.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unique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60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 + AI Enrichment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detection keeps data inside Databricks. Model Serving adds contextual tag suggestions with confidence scores and mandatory human approval.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914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78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1060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Policy Helper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353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describe intent in plain English. The model generates Unity Catalog grants, column masks and row filters — ready for one-click review and apply.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1031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77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 by Design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2542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metadata store. Every action maps directly to UC securables, grants, masks and tags — future-proof and fully audit-ready.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1031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677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in One Control Plane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46320" y="2542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Classification → AI Tagging → Access Control → Masking → Audit → Credentials. One UI, one workflow, human-in-the-loop throughout.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2918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5643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Default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3730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AI recommendations surface sensitive columns and drive precise mask &amp; row-filter suggestions, reducing over-privileged grants.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2918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5643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636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Accelerator, Not a One-Off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846320" y="3730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product deployable across workspaces with configuration. AI features stay optional and on-demand to keep costs minimal.</a:t>
            </a:r>
            <a:endParaRPr 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274320" y="4407408"/>
            <a:ext cx="8595360" cy="658368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407408"/>
            <a:ext cx="91440" cy="6583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4398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72C4"/>
                </a:solidFill>
                <a:latin typeface="Calibri"/>
              </a:rPr>
              <a:t>VS DATABRICKS MARKETPLACE &amp; NATIVE TOOLING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B2A4A"/>
                </a:solidFill>
                <a:latin typeface="Calibri"/>
              </a:rPr>
              <a:t>Unlike Marketplace enterprise catalogs (e.g. Collibra-style metadata layers) or quality-only tools, this is a native Databricks App control plane — combines built-in classification + assistive AI tags + NL policy generation + UC grants/masks/audit in one guided, human-approved workflow. Not a parallel catalog. Not fully agentic auto-apply. Lightweight, UC-native, workspace-deployable accelerator.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472C4"/>
                </a:solidFill>
                <a:latin typeface="Calibri"/>
              </a:rP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1089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2A4A"/>
                </a:solidFill>
                <a:latin typeface="Calibri"/>
              </a:rPr>
              <a:t>What makes this accelerator uniquely valuable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731520"/>
            <a:ext cx="4251960" cy="4206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731520"/>
            <a:ext cx="4251960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04672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WHAT MARKETPLACE SOLUTIONS 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Calibri"/>
              </a:rPr>
              <a:t>▸  No end-to-end admin 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Marketplace offers catalogs, quality tools, or connectors — not a single guided UI for classify → tag → policy → mask →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Calibri"/>
              </a:rPr>
              <a:t>▸  Enterprise catalogs stay outside UC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Collibra-style products add a parallel metadata layer. They do not operate as a native Databricks App on Unity Catalog APIs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Calibri"/>
              </a:rPr>
              <a:t>▸  Native UC features remain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8716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Classification, tags, ABAC, and Catalog Explorer exist separately. Admins still switch tools and write SQL for policies.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Calibri"/>
              </a:rPr>
              <a:t>▸  Agentic auto-governance is high-risk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03580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Fully autonomous apply of grants/masks weakens audit accountability. Marketplace options rarely offer assistive AI with mandatory human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Calibri"/>
              </a:rPr>
              <a:t>▸  Heavy platforms, not lightweight accelerators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8444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Most offerings are enterprise suites. There is no ready, workspace-deployable accelerator focused on admin productivity and low on-demand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Calibri"/>
              </a:rPr>
              <a:t>▸  Gap this solution fills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33087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 native Databricks App that closes the workflow gap: guided control plane + assistive AI + human approval + pure UC 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731520"/>
            <a:ext cx="4251960" cy="4206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5152" y="731520"/>
            <a:ext cx="425196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804672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UNIQUE VS ORG GOVERNANCE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188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▸  No Databricks-centric offering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138988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Organization does not currently provide a governance solution purpose-built for Databricks and Unity Catalog.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7373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▸  No single control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193852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Existing internal tools do not cover discovery, classification, tagging, policy, masking, and audit in one place.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2860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▸  No natural-language policy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248716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Admins still write complex GRANT / MASK / ROW FILTER SQL. Nothing turns plain English into ready-to-apply UC policies.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8346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▸  Classification not tied to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303580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PII/PHI findings (if any) are not connected to an approval-driven tagging and masking workflow inside one app.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3832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▸  Least-privilege not guided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358444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No solution systematically surfaces sensitive columns and recommends precise masks/filters before grants are made.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9319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▸  Not packaged as a reusable accelerator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4133087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Current approaches are scripts or one-off projects — not a deploy-once, configure-per-workspace product pattern.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Governance Accelerator — Databricks Solution</dc:title>
  <dc:subject>PptxGenJS Presentation</dc:subject>
  <dc:creator>PptxGenJS</dc:creator>
  <cp:lastModifiedBy>PptxGenJS</cp:lastModifiedBy>
  <cp:revision>1</cp:revision>
  <dcterms:created xsi:type="dcterms:W3CDTF">2026-08-06T15:01:12Z</dcterms:created>
  <dcterms:modified xsi:type="dcterms:W3CDTF">2026-08-06T15:01:12Z</dcterms:modified>
</cp:coreProperties>
</file>