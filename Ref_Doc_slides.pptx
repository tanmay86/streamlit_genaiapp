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9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023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91440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72C4"/>
                </a:solidFill>
                <a:latin typeface="Calibri"/>
              </a:rPr>
              <a:t>HOSTING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274320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Two deployment models — one application, multi-platform 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658368"/>
            <a:ext cx="4206240" cy="3246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658368"/>
            <a:ext cx="4206240" cy="3657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OPTION A  ·  DATABRICKS APP HOSTING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143000"/>
            <a:ext cx="2240280" cy="347472"/>
          </a:xfrm>
          <a:prstGeom prst="roundRect">
            <a:avLst/>
          </a:prstGeom>
          <a:solidFill>
            <a:srgbClr val="D6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1887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F5496"/>
                </a:solidFill>
                <a:latin typeface="Calibri"/>
              </a:rPr>
              <a:t>Administrators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4813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472C4"/>
                </a:solidFill>
                <a:latin typeface="Calibri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64208"/>
            <a:ext cx="370332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719072"/>
            <a:ext cx="3703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Governance Accelerator  ·  Databricks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3703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0E7FF"/>
                </a:solidFill>
                <a:latin typeface="Calibri"/>
              </a:rPr>
              <a:t>UI + Backend hosted inside Databricks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17627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472C4"/>
                </a:solidFill>
                <a:latin typeface="Calibr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31720"/>
            <a:ext cx="3703320" cy="457200"/>
          </a:xfrm>
          <a:prstGeom prst="roundRect">
            <a:avLst/>
          </a:prstGeom>
          <a:solidFill>
            <a:srgbClr val="D6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377440"/>
            <a:ext cx="3703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496"/>
                </a:solidFill>
                <a:latin typeface="Calibri"/>
              </a:rPr>
              <a:t>Unity Catalog  ·  Classification  ·  Model Serving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60320"/>
            <a:ext cx="3703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Native APIs  ·  No external connector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260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Best when: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127248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• Workspace already on Databricks Premium + UC
• Prefer zero external infrastructure
• Fastest path to production inside Databricks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81728" y="658368"/>
            <a:ext cx="4206240" cy="3246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81728" y="658368"/>
            <a:ext cx="420624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91456" y="7132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OPTION B  ·  EXTERNAL CLOUD HOSTING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1143000"/>
            <a:ext cx="2240280" cy="34747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0" y="11887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59669"/>
                </a:solidFill>
                <a:latin typeface="Calibri"/>
              </a:rPr>
              <a:t>Administrators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4813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1664208"/>
            <a:ext cx="37033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0" y="1719072"/>
            <a:ext cx="3703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Same App  ·  Same UI &amp;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1920240"/>
            <a:ext cx="3703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CFDF5"/>
                </a:solidFill>
                <a:latin typeface="Calibri"/>
              </a:rPr>
              <a:t>Hosted on cloud (Azure / AWS / GCP)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17627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2331720"/>
            <a:ext cx="1737360" cy="502920"/>
          </a:xfrm>
          <a:prstGeom prst="roundRect">
            <a:avLst/>
          </a:prstGeom>
          <a:solidFill>
            <a:srgbClr val="D6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23774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496"/>
                </a:solidFill>
                <a:latin typeface="Calibri"/>
              </a:rPr>
              <a:t>Databricks Connector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25786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→ UC / Jobs / Serving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2331720"/>
            <a:ext cx="1737360" cy="5029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0" y="23774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Calibri"/>
              </a:rPr>
              <a:t>Snowflake Connector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57860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→ Future module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29260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Best when: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3127248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• Need multi-platform governance later
• Central App outside any one vendor
• Same UI for Databricks + Snowflake (and more)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6032" y="4023360"/>
            <a:ext cx="8631936" cy="914400"/>
          </a:xfrm>
          <a:prstGeom prst="roundRect">
            <a:avLst/>
          </a:prstGeom>
          <a:solidFill>
            <a:srgbClr val="D6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4096512"/>
            <a:ext cx="8321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5496"/>
                </a:solidFill>
                <a:latin typeface="Calibri"/>
              </a:rPr>
              <a:t>UNIFIED DATA GOVERNANCE  ·  ONE APPLICATION  ·  MULTIPLE PLATFORMS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34340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External hosting uses platform connectors (Databricks today, Snowflake tomorrow with module additions). Same UI, same features, same human-in-the-loop design — enabling one governance accelerator across the data estate without rebuilding the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On-screen Show (16:9)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Governance Accelerator — Databricks Solution</dc:title>
  <dc:subject>PptxGenJS Presentation</dc:subject>
  <dc:creator>PptxGenJS</dc:creator>
  <cp:lastModifiedBy>tanmay tiwari</cp:lastModifiedBy>
  <cp:revision>2</cp:revision>
  <dcterms:created xsi:type="dcterms:W3CDTF">2026-08-06T15:01:12Z</dcterms:created>
  <dcterms:modified xsi:type="dcterms:W3CDTF">2026-08-07T06:14:41Z</dcterms:modified>
</cp:coreProperties>
</file>