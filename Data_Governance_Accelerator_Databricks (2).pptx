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DATA PLATFORM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Accelerator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End-to-End Governance for Databricks Workspaces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29000" y="2880360"/>
            <a:ext cx="2286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Unity Catalog setup, built-in PII/PHI classification, AI tag suggestions,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policies, least-privilege access and audit — with human approval.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Proposal  |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Governance Accelerator is a ready-to-deploy Databricks application that lets administrators set up and manage workspace-level data governance through a single interactive UI — with built-in classification, AI assistance, and human approval at every step.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Provides a central control-plane UI inside Databricks so administrators can configure catalogs, schemas, tags, permissions, masking rules, and audit visibility in a guided few-click workflow — without writing scripts or switching between multiple consoles.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Connects natively to Unity Catalog, enabling centralized management of catalogs, schemas, tables, volumes, storage credentials, and grants from one place.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29384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Uses Databricks built-in data classification to automatically detect PII and PHI columns while keeping all data inside the platform for better security and lower cost.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31136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Leverages Model Serving (Foundation Models) to suggest richer, business-friendly governance tags based on column names and sample data, with confidence scores and mandatory admin approval.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53288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Includes a natural-language policy helper that lets administrators describe access rules in plain English and receive ready-to-apply Unity Catalog grants, column masks, and row filters.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Enforces least-privilege access by recommending and applying column-level masking and row-level security filters on sensitive data, guided by both classification results and AI suggestions.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13639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Offers a searchable audit explorer that aggregates security access logs and workspace events from system tables, supporting compliance readiness (HIPAA, SOC 2, GDPR, etc.).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438144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Supports secure credential management through Databricks secret scopes for external storage and service credentials.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739896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Reduces time-to-govern from days or weeks of manual effort down to hours of guided configuration, while improving consistency of tags and policies across teams.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04164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Lowers the skill barrier so non-expert administrators can create correct access policies using natural language, while still requiring human review of every AI recommendation.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34340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Is designed as a reusable accelerator that can be deployed across multiple workspaces with configuration rather than custom code, keeping operating costs low through on-demand AI usage only.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admins face vs how the accelerator solves them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60520" cy="43891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960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ACCELERATOR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 &amp; scripts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6184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jump between UC UI, notebooks, SQL and custom scripts to set tags, grants and masks.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classification &amp; tagging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1214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PII/PHI discovery and tagging is slow, inconsistent and easy to miss on new tables.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423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policy SQL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6243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correct GRANT, column mask and row-filter statements requires deep UC expertise.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9260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time-to-govern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3127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or weeks of effort to bring a workspace under consistent governance.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34290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Over-privileged access risk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36301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guided least-privilege recommendations, broad grants are common.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39319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audit evidence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133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Piecing together access history and policy changes from multiple places is painful.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86868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868680"/>
            <a:ext cx="4160520" cy="438912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60120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66360" y="960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ACCELERATOR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892040" y="14173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control-plane UI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92040" y="16184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guided app for classification, tags, grants, masks, audit and credentials — no tool switching.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89204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classification + AI tags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892040" y="21214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PII/PHI detection plus AI tag suggestions with confidence scores and one-click approval.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92040" y="2423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policies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892040" y="26243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intent in plain English; the app generates ready-to-apply UC grants, masks and filters.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892040" y="29260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instead of days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892040" y="3127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workflows and AI assistance cut time-to-govern from weeks to hours.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892040" y="34290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by design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892040" y="36301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AI recommendations surface sensitive columns and suggest precise masks/filters.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892040" y="39319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audit explorer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892040" y="4133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view of access logs and workspace events from system tables for compliance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what it does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Databricks application that automates data governance at workspace level. Built-in classification handles PII/PHI detection. Model Serving powers contextual tag suggestions and natural-language policy generation — always with human-in-the-loop approval.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5623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8562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UI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control plane for end-to-end governance configuration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6916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5623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18562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Native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2194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metadata, securable hierarchy &amp; unified access control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0760" y="16916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5623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18562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Classification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17920" y="2194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PII/PHI scan + automatic sensitive-data detection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20040" y="30632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2783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3227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Tag Suggestions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720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suggests contextual governance tags; admin approves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200400" y="30632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22783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57600" y="3227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Policy Helper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33756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policy in plain English → generates grants &amp; masks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080760" y="30632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27832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37960" y="3227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21792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masking &amp; row filters guided by classification + AI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solution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0" y="8046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0" y="8595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 ·  Data Stewards  ·  Security / Compliance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1704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</a:rPr>
              <a:t>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4472C4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08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 ·  Databricks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  ·  Governance wizards  ·  Human-in-the-loop approval  ·  Tag &amp; policy dashboard  ·  NL policy chat  ·  Audit explorer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1993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57984"/>
            <a:ext cx="91440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1284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 Classification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4505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native PII / PHI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the platform  ·  Auto-tag rules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157984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157984"/>
            <a:ext cx="91440" cy="71323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21284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Serving (on-demand)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4505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tag suggestions  ·  NL → policy generation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Pay-per-token  ·  Human approval required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28529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9923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D6E3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540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 ·  Governance &amp; Security Plane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310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  ·  Schemas  ·  Tables / Volumes  ·  Storage Credentials  ·  Grants  ·  Column Masks  ·  Row Filters  ·  Tags  ·  Lineage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6941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822192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895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Workflows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133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Jobs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scans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governance tasks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3822192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37560" y="3895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Tables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4133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· Access events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usage · Aggregated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audit explorer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822192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72200" y="3895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Scopes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41330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external storage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69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Time-to-govern reduced from days to hours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8105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Built-in classification keeps data in-platform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1579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tag suggestions improve consistency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5054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Natural-language policies lower skill barrier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8529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Human approval on every AI recommendation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2004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Native Unity Catalog — no metadata silos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35478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Least-privilege guidance reduces exposure risk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38953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Reusable accelerator across workspaces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09160" y="91440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5156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7800" y="1069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 / CONSIDERATIONS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92040" y="14630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Requires Premium / Unity Catalog workspace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92040" y="18105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suggestions still need human review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92040" y="21579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Model Serving adds small variable token cost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92040" y="25054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Built-in classifiers may need rule extensions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92040" y="28529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Change-management for admin adoption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92040" y="32004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 quality affects suggestion usefulness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92040" y="35478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Ongoing maintenance of policies &amp; tags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92040" y="38953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 coverage follows Databricks roadmap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Development Cost (Platform)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D6E3F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3268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10 tables  ·  ~10,000 records each  ·  Developed in VS Code (App not hosted until ready)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5214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2 hrs/week  ·  Serverless classification  ·  On-demand Model Serving for AI features  ·  Resource = $0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Platform  ·  4–8 weeks  ·  Est. $80 – $220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8503920" cy="329184"/>
          </a:xfrm>
          <a:prstGeom prst="rect">
            <a:avLst/>
          </a:prstGeom>
          <a:solidFill>
            <a:srgbClr val="E8EEF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Category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1920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9202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21992"/>
            <a:ext cx="85039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67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 (Jobs)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267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test scans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267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– $100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69464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15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 (demo only)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hrs/week after 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6151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– $25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916936"/>
            <a:ext cx="85039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62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(AI MVP)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+ NL policy tests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9626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– $35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264408"/>
            <a:ext cx="8503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10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/ misc.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3310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buffer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3101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 – $50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611880"/>
            <a:ext cx="85039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57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/ Engineering Cost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0" y="3657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36576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costs use on-demand Foundation Model Serving only when testing tag suggestions or NL policy generation. Pure DBU math + ~20% conservative buffer.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Production Cost (Platform, Monthly)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D6E3F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workspace  ·  Average data load (≈ 100–300 tables)  ·  App runs 4–5 hrs/month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on-demand  ·  Model Serving only when admin requests AI suggestions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160520" cy="2971800"/>
          </a:xfrm>
          <a:prstGeom prst="roundRect">
            <a:avLst>
              <a:gd name="adj" fmla="val 246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916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 ·  No cluster management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 (4–5 hrs/mo)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– $60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Jobs (classification)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560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 – $100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(AI suggestions)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880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– $25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(minimal)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32004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– $25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3794760" cy="457200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4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·  $83 – $210 / month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554480"/>
            <a:ext cx="4160520" cy="2971800"/>
          </a:xfrm>
          <a:prstGeom prst="roundRect">
            <a:avLst>
              <a:gd name="adj" fmla="val 246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69164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COMPUTE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9385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Cluster-based  ·  More control, higher baseline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 (4–5 hrs/mo)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5236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– $60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Jobs / Clusters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52360" y="2560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 – $160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880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(AI suggestions)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52360" y="2880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– $25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200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(minimal)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52360" y="32004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 – $30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703320"/>
            <a:ext cx="3794760" cy="457200"/>
          </a:xfrm>
          <a:prstGeom prst="rect">
            <a:avLst/>
          </a:prstGeom>
          <a:solidFill>
            <a:srgbClr val="D6E3F8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794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·  $118 – $275 / month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5760" y="4663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is on-demand only (Foundation Models). No always-on endpoints. No storage line items.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Scenarios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7899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84632" y="144475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PHI classification + AI tag suggestions (e.g. ClinicalPII). NL policy helper generates research vs operations masks. Full audit trail for HIPAA readiness.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91440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0789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9512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73752" y="144475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SSN/account fields. AI suggests richer tags. Admin types “mask PII for analysts” → NL helper creates grants and dynamic masks. Supports SOC 2 / GDPR evidence.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69748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86207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Customer 360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84632" y="322783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email/phone/address fields. AI proposes CustomerContactPII tags. Row-level filters by region via natural-language requests. Secret-scope credential management.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269748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86207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39512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IoT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873752" y="322783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sensor and production data. Classification rules + AI recommendations for proprietary parameters. Schema-level permissions and access monitoring via system tables.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unique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607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Classification + AI Enrichment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3533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PII/PHI detection keeps data inside Databricks. Model Serving adds contextual tag suggestions with confidence scores and mandatory human approval.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91440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789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66360" y="10607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Policy Helper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46320" y="13533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describe intent in plain English. The model generates Unity Catalog grants, column masks and row filters — ready for one-click review and apply.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210312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771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Native by Design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25420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 metadata store. Every action maps directly to UC securables, grants, masks and tags — future-proof and fully audit-ready.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210312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6771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66360" y="2249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in One Control Plane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46320" y="25420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Classification → AI Tagging → Access Control → Masking → Audit → Credentials. One UI, one workflow, human-in-the-loop throughout.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329184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5643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7240" y="3438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by Default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7200" y="37307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AI recommendations surface sensitive columns and drive precise mask &amp; row-filter suggestions, reducing over-privileged grants.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09160" y="329184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456432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66360" y="3438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Accelerator, Not a One-Off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4846320" y="37307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product deployable across workspaces with configuration. AI features stay optional and on-demand to keep costs minimal.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Governance Accelerator — Databricks Solution</dc:title>
  <dc:subject>AI-Powered Data Governance at Workspace Level</dc:subject>
  <dc:creator>Data Platform Architecture</dc:creator>
  <cp:lastModifiedBy>Data Platform Architecture</cp:lastModifiedBy>
  <cp:revision>1</cp:revision>
  <dcterms:created xsi:type="dcterms:W3CDTF">2026-08-05T21:25:21Z</dcterms:created>
  <dcterms:modified xsi:type="dcterms:W3CDTF">2026-08-05T21:25:21Z</dcterms:modified>
</cp:coreProperties>
</file>